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West Africa Energy Corridor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Pressure to initiative alignment for execution discipline.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INIT-001 • utc-internal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Gravity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0584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Macro shift: Power demand rises while grid reliability lags. Capital and governance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Capital bottleneck: funding does not meet project timing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Governance bottleneck: approvals and sequencing are fragmented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Resolution: align mandate, sequencing, and control gates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Outcome: lower execution risk and faster mandate delivery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No hype. Mechanical logic only.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Mandate Mirror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0584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Mandate fit: Buyer mandate profile required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Regional fit: N/A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Sector fit: N/A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Leverage: structure expands control and policy impact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Risk: phased gates compress downside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Buyer: Internal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Controlled Activation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Capital sequencing and governance gates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If aligned, Gate 1 starts here.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Next action is controlled initiation, not persuasion.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Sentinel Presentation Engine v1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2026-02-25T04:22:29Z</dcterms:created>
  <dcterms:modified xsi:type="dcterms:W3CDTF">2026-02-25T04:22:29Z</dcterms:modified>
</cp:coreProperties>
</file>